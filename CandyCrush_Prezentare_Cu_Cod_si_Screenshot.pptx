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/>
              <a:t>CandyCrush Automator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Aplicație cu interfață grafică și strategie automată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Scopul aplicației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Modelarea jocului Candy Crush (match-3)</a:t>
            </a:r>
          </a:p>
          <a:p>
            <a:pPr>
              <a:defRPr sz="1800"/>
            </a:pPr>
            <a:r>
              <a:t>Automatizarea mutărilor</a:t>
            </a:r>
          </a:p>
          <a:p>
            <a:pPr>
              <a:defRPr sz="1800"/>
            </a:pPr>
            <a:r>
              <a:t>Maximizarea scorului</a:t>
            </a:r>
          </a:p>
          <a:p>
            <a:pPr>
              <a:defRPr sz="1800"/>
            </a:pPr>
            <a:r>
              <a:t>Analiză pe mai multe jocuri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Tehnologii utilizate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Python 3</a:t>
            </a:r>
          </a:p>
          <a:p>
            <a:pPr>
              <a:defRPr sz="1800"/>
            </a:pPr>
            <a:r>
              <a:t>Tkinter pentru interfață</a:t>
            </a:r>
          </a:p>
          <a:p>
            <a:pPr>
              <a:defRPr sz="1800"/>
            </a:pPr>
            <a:r>
              <a:t>Arhitectură modulară</a:t>
            </a:r>
          </a:p>
          <a:p>
            <a:pPr>
              <a:defRPr sz="1800"/>
            </a:pPr>
            <a:r>
              <a:t>Export CSV pentru rezultate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Modelarea jocului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Tablă 11×11</a:t>
            </a:r>
          </a:p>
          <a:p>
            <a:pPr>
              <a:defRPr sz="1800"/>
            </a:pPr>
            <a:r>
              <a:t>Stare = matrice + scor + nivel</a:t>
            </a:r>
          </a:p>
          <a:p>
            <a:pPr>
              <a:defRPr sz="1800"/>
            </a:pPr>
            <a:r>
              <a:t>Tranziții: swap → detecție → eliminare</a:t>
            </a:r>
          </a:p>
          <a:p>
            <a:pPr>
              <a:defRPr sz="1800"/>
            </a:pPr>
            <a:r>
              <a:t>Cascade automate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Exemplu cod – swap și validare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400">
                <a:latin typeface="Courier New"/>
              </a:rPr>
              <a:t>def try_swap(self, a, b):</a:t>
            </a:r>
          </a:p>
          <a:p>
            <a:r>
              <a:rPr sz="1400">
                <a:latin typeface="Courier New"/>
              </a:rPr>
              <a:t>    self.swap(a, b)</a:t>
            </a:r>
          </a:p>
          <a:p>
            <a:r>
              <a:rPr sz="1400">
                <a:latin typeface="Courier New"/>
              </a:rPr>
              <a:t>    if self.detect_formations():</a:t>
            </a:r>
          </a:p>
          <a:p>
            <a:r>
              <a:rPr sz="1400">
                <a:latin typeface="Courier New"/>
              </a:rPr>
              <a:t>        self.cascade()</a:t>
            </a:r>
          </a:p>
          <a:p>
            <a:r>
              <a:rPr sz="1400">
                <a:latin typeface="Courier New"/>
              </a:rPr>
              <a:t>        return True</a:t>
            </a:r>
          </a:p>
          <a:p>
            <a:r>
              <a:rPr sz="1400">
                <a:latin typeface="Courier New"/>
              </a:rPr>
              <a:t>    self.swap(a, b)</a:t>
            </a:r>
          </a:p>
          <a:p>
            <a:r>
              <a:rPr sz="1400">
                <a:latin typeface="Courier New"/>
              </a:rPr>
              <a:t>    return False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Exemplu cod – gravitație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400">
                <a:latin typeface="Courier New"/>
              </a:rPr>
              <a:t>for c in range(cols):</a:t>
            </a:r>
          </a:p>
          <a:p>
            <a:r>
              <a:rPr sz="1400">
                <a:latin typeface="Courier New"/>
              </a:rPr>
              <a:t>    col = [grid[r][c] for r in range(rows) if grid[r][c] != 0]</a:t>
            </a:r>
          </a:p>
          <a:p>
            <a:r>
              <a:rPr sz="1400">
                <a:latin typeface="Courier New"/>
              </a:rPr>
              <a:t>    col = [0] * (rows - len(col)) + col</a:t>
            </a:r>
          </a:p>
          <a:p>
            <a:r>
              <a:rPr sz="1400">
                <a:latin typeface="Courier New"/>
              </a:rPr>
              <a:t>    for r in range(rows):</a:t>
            </a:r>
          </a:p>
          <a:p>
            <a:r>
              <a:rPr sz="1400">
                <a:latin typeface="Courier New"/>
              </a:rPr>
              <a:t>        grid[r][c] = col[r]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Aplicația în rulare</a:t>
            </a:r>
          </a:p>
        </p:txBody>
      </p:sp>
      <p:pic>
        <p:nvPicPr>
          <p:cNvPr id="3" name="Picture 2" descr="Imagine din 15.12.2025 la 11.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63084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Interfață grafică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Tabla colorată 11×11</a:t>
            </a:r>
          </a:p>
          <a:p>
            <a:pPr>
              <a:defRPr sz="1800"/>
            </a:pPr>
            <a:r>
              <a:t>Afișare scor și nivel</a:t>
            </a:r>
          </a:p>
          <a:p>
            <a:pPr>
              <a:defRPr sz="1800"/>
            </a:pPr>
            <a:r>
              <a:t>Butoane Pause, Step, Reset, Auto</a:t>
            </a:r>
          </a:p>
          <a:p>
            <a:pPr>
              <a:defRPr sz="1800"/>
            </a:pPr>
            <a:r>
              <a:t>Control manual și automat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Strategia automată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Auto-play determinist</a:t>
            </a:r>
          </a:p>
          <a:p>
            <a:pPr>
              <a:defRPr sz="1800"/>
            </a:pPr>
            <a:r>
              <a:t>Căutare primul swap valid</a:t>
            </a:r>
          </a:p>
          <a:p>
            <a:pPr>
              <a:defRPr sz="1800"/>
            </a:pPr>
            <a:r>
              <a:t>Strategie greedy</a:t>
            </a:r>
          </a:p>
          <a:p>
            <a:pPr>
              <a:defRPr sz="1800"/>
            </a:pPr>
            <a:r>
              <a:t>Complexitate redusă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Rezultate experimentale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100 jocuri rulate automat</a:t>
            </a:r>
          </a:p>
          <a:p>
            <a:pPr>
              <a:defRPr sz="1800"/>
            </a:pPr>
            <a:r>
              <a:t>Statistici salvate în CSV</a:t>
            </a:r>
          </a:p>
          <a:p>
            <a:pPr>
              <a:defRPr sz="1800"/>
            </a:pPr>
            <a:r>
              <a:t>Evaluare performanță globală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Limitări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Nu folosește look-ahead profund</a:t>
            </a:r>
          </a:p>
          <a:p>
            <a:pPr>
              <a:defRPr sz="1800"/>
            </a:pPr>
            <a:r>
              <a:t>Strategie locală</a:t>
            </a:r>
          </a:p>
          <a:p>
            <a:pPr>
              <a:defRPr sz="1800"/>
            </a:pPr>
            <a:r>
              <a:t>Animații simplificate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Direcții viitoare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Optimizare strategie</a:t>
            </a:r>
          </a:p>
          <a:p>
            <a:pPr>
              <a:defRPr sz="1800"/>
            </a:pPr>
            <a:r>
              <a:t>Heuristici avansate</a:t>
            </a:r>
          </a:p>
          <a:p>
            <a:pPr>
              <a:defRPr sz="1800"/>
            </a:pPr>
            <a:r>
              <a:t>Învățare automată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Concluzii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Aplicație complet funcțională</a:t>
            </a:r>
          </a:p>
          <a:p>
            <a:pPr>
              <a:defRPr sz="1800"/>
            </a:pPr>
            <a:r>
              <a:t>Respectă cerințele laboratorului</a:t>
            </a:r>
          </a:p>
          <a:p>
            <a:pPr>
              <a:defRPr sz="1800"/>
            </a:pPr>
            <a:r>
              <a:t>Ușor extensibilă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